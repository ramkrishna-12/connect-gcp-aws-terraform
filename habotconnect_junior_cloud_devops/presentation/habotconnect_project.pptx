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HabotConnect Secure Staging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Junior Cloud &amp; DevOps Engineer | GCP / Django / 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Candidate: Ramkrishna Roy Barman</a:t>
            </a:r>
          </a:p>
          <a:p>
            <a:pPr>
              <a:spcAft>
                <a:spcPts val="1000"/>
              </a:spcAft>
              <a:defRPr sz="2200"/>
            </a:pPr>
            <a:r>
              <a:t>Three deliverables: secure Terraform, fail-closed CI/CD, deterministic Django validation</a:t>
            </a:r>
          </a:p>
          <a:p>
            <a:pPr>
              <a:spcAft>
                <a:spcPts val="1000"/>
              </a:spcAft>
              <a:defRPr sz="2200"/>
            </a:pPr>
            <a:r>
              <a:t>Objective: turn vague failure conditions into enforceable controls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Requirements Deconstructed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Task 1: provision D0 Raw Landing Google Cloud Storage and D1 Staged/Enforced BigQuery with strict access controls and row-level security.</a:t>
            </a:r>
          </a:p>
          <a:p>
            <a:pPr>
              <a:spcAft>
                <a:spcPts val="1000"/>
              </a:spcAft>
              <a:defRPr sz="1900"/>
            </a:pPr>
            <a:r>
              <a:t>Task 2: create a fail-closed build gate for formatting, linting, security scanning, and hardcoded secrets.</a:t>
            </a:r>
          </a:p>
          <a:p>
            <a:pPr>
              <a:spcAft>
                <a:spcPts val="1000"/>
              </a:spcAft>
              <a:defRPr sz="1900"/>
            </a:pPr>
            <a:r>
              <a:t>Task 3: map student onboarding data into deterministic Yes/No logic and validate it with a Django REST Framework serializer.</a:t>
            </a:r>
          </a:p>
          <a:p>
            <a:pPr>
              <a:spcAft>
                <a:spcPts val="1000"/>
              </a:spcAft>
              <a:defRPr sz="1900"/>
            </a:pPr>
            <a:r>
              <a:t>Submission: structured code, schema workbook, architecture presentation, and failure demonstration.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9271" y="2971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1945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Developer Commit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2286000"/>
            <a:ext cx="21945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rPr dirty="0"/>
              <a:t>Fail-Closed</a:t>
            </a:r>
          </a:p>
          <a:p>
            <a:r>
              <a:rPr dirty="0"/>
              <a:t>GitHub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463040"/>
            <a:ext cx="21945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GCS</a:t>
            </a:r>
          </a:p>
          <a:p>
            <a:r>
              <a:t>D0 Raw Landing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21945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BigQuery</a:t>
            </a:r>
          </a:p>
          <a:p>
            <a:r>
              <a:t>D1 Staged/Enforced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3383280"/>
            <a:ext cx="21945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Django + DCYN</a:t>
            </a:r>
          </a:p>
          <a:p>
            <a:r>
              <a:t>Validation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697480"/>
            <a:ext cx="2743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120640" y="1874519"/>
            <a:ext cx="365760" cy="822961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1874519"/>
            <a:ext cx="5486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286000"/>
            <a:ext cx="0" cy="109728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Only a successful gate creates the gated artifact.</a:t>
            </a:r>
          </a:p>
          <a:p>
            <a:pPr>
              <a:spcAft>
                <a:spcPts val="1000"/>
              </a:spcAft>
              <a:defRPr sz="1500"/>
            </a:pPr>
            <a:r>
              <a:t>BigQuery table is protected by row-level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Terraform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Google Cloud Storage bucket: private, uniform bucket-level access, public access prevention, versioning.</a:t>
            </a:r>
          </a:p>
          <a:p>
            <a:pPr>
              <a:spcAft>
                <a:spcPts val="1000"/>
              </a:spcAft>
              <a:defRPr sz="1900"/>
            </a:pPr>
            <a:r>
              <a:t>Conditional object-creation permission is restricted to the raw/ prefix.</a:t>
            </a:r>
          </a:p>
          <a:p>
            <a:pPr>
              <a:spcAft>
                <a:spcPts val="1000"/>
              </a:spcAft>
              <a:defRPr sz="1900"/>
            </a:pPr>
            <a:r>
              <a:t>BigQuery dataset: D1 Staged/Enforced with a student_onboarding table.</a:t>
            </a:r>
          </a:p>
          <a:p>
            <a:pPr>
              <a:spcAft>
                <a:spcPts val="1000"/>
              </a:spcAft>
              <a:defRPr sz="1900"/>
            </a:pPr>
            <a:r>
              <a:t>Dataset and table access are separated by role.</a:t>
            </a:r>
          </a:p>
          <a:p>
            <a:pPr>
              <a:spcAft>
                <a:spcPts val="1000"/>
              </a:spcAft>
              <a:defRPr sz="1900"/>
            </a:pPr>
            <a:r>
              <a:t>Row-level policy exposes only the configured APAC rows to the analytics group.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Storage Security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Uniform bucket-level access removes competing object-level access control lists.</a:t>
            </a:r>
          </a:p>
          <a:p>
            <a:pPr>
              <a:spcAft>
                <a:spcPts val="1000"/>
              </a:spcAft>
              <a:defRPr sz="1900"/>
            </a:pPr>
            <a:r>
              <a:t>Public access prevention blocks accidental public exposure.</a:t>
            </a:r>
          </a:p>
          <a:p>
            <a:pPr>
              <a:spcAft>
                <a:spcPts val="1000"/>
              </a:spcAft>
              <a:defRPr sz="1900"/>
            </a:pPr>
            <a:r>
              <a:t>Versioning supports recovery from accidental overwrite or deletion.</a:t>
            </a:r>
          </a:p>
          <a:p>
            <a:pPr>
              <a:spcAft>
                <a:spcPts val="1000"/>
              </a:spcAft>
              <a:defRPr sz="1900"/>
            </a:pPr>
            <a:r>
              <a:t>Least privilege: ingestion receives object creation rather than broad administrative access.</a:t>
            </a:r>
          </a:p>
          <a:p>
            <a:pPr>
              <a:spcAft>
                <a:spcPts val="1000"/>
              </a:spcAft>
              <a:defRPr sz="1900"/>
            </a:pPr>
            <a:r>
              <a:t>IAM condition limits that permission to the raw/ object prefix.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BigQuery and Row-Level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The student_onboarding table provides the physical data boundary required for row-level policy.</a:t>
            </a:r>
          </a:p>
          <a:p>
            <a:pPr>
              <a:spcAft>
                <a:spcPts val="1000"/>
              </a:spcAft>
              <a:defRPr sz="1900"/>
            </a:pPr>
            <a:r>
              <a:t>Analytics access is granted through a Google Group rather than individual users.</a:t>
            </a:r>
          </a:p>
          <a:p>
            <a:pPr>
              <a:spcAft>
                <a:spcPts val="1000"/>
              </a:spcAft>
              <a:defRPr sz="1900"/>
            </a:pPr>
            <a:r>
              <a:t>Example staging predicate: region = 'APAC'.</a:t>
            </a:r>
          </a:p>
          <a:p>
            <a:pPr>
              <a:spcAft>
                <a:spcPts val="1000"/>
              </a:spcAft>
              <a:defRPr sz="1900"/>
            </a:pPr>
            <a:r>
              <a:t>The production business predicate is intentionally isolated because the hiring brief does not define it.</a:t>
            </a:r>
          </a:p>
          <a:p>
            <a:pPr>
              <a:spcAft>
                <a:spcPts val="1000"/>
              </a:spcAft>
              <a:defRPr sz="1900"/>
            </a:pPr>
            <a:r>
              <a:t>This prevents unrestricted analytics access to all student rows.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Fail-Closed CI/CD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Terraform fmt -check</a:t>
            </a:r>
          </a:p>
          <a:p>
            <a:pPr>
              <a:spcAft>
                <a:spcPts val="1000"/>
              </a:spcAft>
              <a:defRPr sz="1800"/>
            </a:pPr>
            <a:r>
              <a:t>Terraform initialization and validation</a:t>
            </a:r>
          </a:p>
          <a:p>
            <a:pPr>
              <a:spcAft>
                <a:spcPts val="1000"/>
              </a:spcAft>
              <a:defRPr sz="1800"/>
            </a:pPr>
            <a:r>
              <a:t>TFLint</a:t>
            </a:r>
          </a:p>
          <a:p>
            <a:pPr>
              <a:spcAft>
                <a:spcPts val="1000"/>
              </a:spcAft>
              <a:defRPr sz="1800"/>
            </a:pPr>
            <a:r>
              <a:t>Checkov infrastructure security scan</a:t>
            </a:r>
          </a:p>
          <a:p>
            <a:pPr>
              <a:spcAft>
                <a:spcPts val="1000"/>
              </a:spcAft>
              <a:defRPr sz="1800"/>
            </a:pPr>
            <a:r>
              <a:t>Ruff lint and format checks</a:t>
            </a:r>
          </a:p>
          <a:p>
            <a:pPr>
              <a:spcAft>
                <a:spcPts val="1000"/>
              </a:spcAft>
              <a:defRPr sz="1800"/>
            </a:pPr>
            <a:r>
              <a:t>Django/DCYN unit tests</a:t>
            </a:r>
          </a:p>
          <a:p>
            <a:pPr>
              <a:spcAft>
                <a:spcPts val="1000"/>
              </a:spcAft>
              <a:defRPr sz="1800"/>
            </a:pPr>
            <a:r>
              <a:t>Gitleaks hardcoded-secret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344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All checks are prerequisites for the artifact job.</a:t>
            </a:r>
          </a:p>
          <a:p>
            <a:pPr>
              <a:spcAft>
                <a:spcPts val="1000"/>
              </a:spcAft>
              <a:defRPr sz="1900"/>
            </a:pPr>
            <a:r>
              <a:t>Any failure stops the gate.</a:t>
            </a:r>
          </a:p>
          <a:p>
            <a:pPr>
              <a:spcAft>
                <a:spcPts val="1000"/>
              </a:spcAft>
              <a:defRPr sz="1900"/>
            </a:pPr>
            <a:r>
              <a:t>No successful gate means no gated artifact.</a:t>
            </a:r>
          </a:p>
          <a:p>
            <a:pPr>
              <a:spcAft>
                <a:spcPts val="1000"/>
              </a:spcAft>
              <a:defRPr sz="1900"/>
            </a:pPr>
            <a:r>
              <a:t>This is a control, not merely a warning.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Hardcoded Secret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Gitleaks scans repository history and working content for credential patterns.</a:t>
            </a:r>
          </a:p>
          <a:p>
            <a:pPr>
              <a:spcAft>
                <a:spcPts val="1000"/>
              </a:spcAft>
              <a:defRPr sz="1900"/>
            </a:pPr>
            <a:r>
              <a:t>The workflow uses a full-history checkout so historical exposure is not silently ignored.</a:t>
            </a:r>
          </a:p>
          <a:p>
            <a:pPr>
              <a:spcAft>
                <a:spcPts val="1000"/>
              </a:spcAft>
              <a:defRPr sz="1900"/>
            </a:pPr>
            <a:r>
              <a:t>A detected secret fails the security gate.</a:t>
            </a:r>
          </a:p>
          <a:p>
            <a:pPr>
              <a:spcAft>
                <a:spcPts val="1000"/>
              </a:spcAft>
              <a:defRPr sz="1900"/>
            </a:pPr>
            <a:r>
              <a:t>The build artifact depends on the successful gate.</a:t>
            </a:r>
          </a:p>
          <a:p>
            <a:pPr>
              <a:spcAft>
                <a:spcPts val="1000"/>
              </a:spcAft>
              <a:defRPr sz="1900"/>
            </a:pPr>
            <a:r>
              <a:t>No real credentials are included in the demonstration.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DCYN Schema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Yes/No fields are accepted only as deterministic binary values.</a:t>
            </a:r>
          </a:p>
          <a:p>
            <a:pPr>
              <a:spcAft>
                <a:spcPts val="1000"/>
              </a:spcAft>
              <a:defRPr sz="1900"/>
            </a:pPr>
            <a:r>
              <a:t>Yes becomes True; No becomes False.</a:t>
            </a:r>
          </a:p>
          <a:p>
            <a:pPr>
              <a:spcAft>
                <a:spcPts val="1000"/>
              </a:spcAft>
              <a:defRPr sz="1900"/>
            </a:pPr>
            <a:r>
              <a:t>Values such as Maybe are rejected.</a:t>
            </a:r>
          </a:p>
          <a:p>
            <a:pPr>
              <a:spcAft>
                <a:spcPts val="1000"/>
              </a:spcAft>
              <a:defRPr sz="1900"/>
            </a:pPr>
            <a:r>
              <a:t>Parental consent must resolve to Yes.</a:t>
            </a:r>
          </a:p>
          <a:p>
            <a:pPr>
              <a:spcAft>
                <a:spcPts val="1000"/>
              </a:spcAft>
              <a:defRPr sz="1900"/>
            </a:pPr>
            <a:r>
              <a:t>The mapping workbook documents field type, requirement status, limits, logic, and BigQuery destination.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Django REST Framework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Names: 1-100 characters.</a:t>
            </a:r>
          </a:p>
          <a:p>
            <a:pPr>
              <a:spcAft>
                <a:spcPts val="1000"/>
              </a:spcAft>
              <a:defRPr sz="1900"/>
            </a:pPr>
            <a:r>
              <a:t>Email: valid format, maximum 254 characters.</a:t>
            </a:r>
          </a:p>
          <a:p>
            <a:pPr>
              <a:spcAft>
                <a:spcPts val="1000"/>
              </a:spcAft>
              <a:defRPr sz="1900"/>
            </a:pPr>
            <a:r>
              <a:t>Date of birth: ISO date and cannot be in the future.</a:t>
            </a:r>
          </a:p>
          <a:p>
            <a:pPr>
              <a:spcAft>
                <a:spcPts val="1000"/>
              </a:spcAft>
              <a:defRPr sz="1900"/>
            </a:pPr>
            <a:r>
              <a:t>Region: APAC, EMEA, or AMER.</a:t>
            </a:r>
          </a:p>
          <a:p>
            <a:pPr>
              <a:spcAft>
                <a:spcPts val="1000"/>
              </a:spcAft>
              <a:defRPr sz="1900"/>
            </a:pPr>
            <a:r>
              <a:t>Notes: optional, maximum 500 characters.</a:t>
            </a:r>
          </a:p>
          <a:p>
            <a:pPr>
              <a:spcAft>
                <a:spcPts val="1000"/>
              </a:spcAft>
              <a:defRPr sz="1900"/>
            </a:pPr>
            <a:r>
              <a:t>Unknown fields are rejected by the serializer contract.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Failure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Scenario A: introduce a Terraform formatting error → Terraform formatting gate fails → artifact job is skipped.</a:t>
            </a:r>
          </a:p>
          <a:p>
            <a:pPr>
              <a:spcAft>
                <a:spcPts val="1000"/>
              </a:spcAft>
              <a:defRPr sz="1900"/>
            </a:pPr>
            <a:r>
              <a:t>Scenario B: introduce a fake test credential → Gitleaks reports a secret → security gate fails → artifact job is skipped.</a:t>
            </a:r>
          </a:p>
          <a:p>
            <a:pPr>
              <a:spcAft>
                <a:spcPts val="1000"/>
              </a:spcAft>
              <a:defRPr sz="1900"/>
            </a:pPr>
            <a:r>
              <a:t>Scenario C: submit Maybe for a Yes/No field → serializer rejects the payload.</a:t>
            </a:r>
          </a:p>
          <a:p>
            <a:pPr>
              <a:spcAft>
                <a:spcPts val="1000"/>
              </a:spcAft>
              <a:defRPr sz="1900"/>
            </a:pPr>
            <a:r>
              <a:t>Scenario D: submit parental consent as No → serializer rejects the payload.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Terraform code completed and reviewed.</a:t>
            </a:r>
          </a:p>
          <a:p>
            <a:pPr>
              <a:spcAft>
                <a:spcPts val="1000"/>
              </a:spcAft>
              <a:defRPr sz="1800"/>
            </a:pPr>
            <a:r>
              <a:t>Fail-closed GitHub Actions workflow completed.</a:t>
            </a:r>
          </a:p>
          <a:p>
            <a:pPr>
              <a:spcAft>
                <a:spcPts val="1000"/>
              </a:spcAft>
              <a:defRPr sz="1800"/>
            </a:pPr>
            <a:r>
              <a:t>Django REST Framework serializer and DCYN library completed.</a:t>
            </a:r>
          </a:p>
          <a:p>
            <a:pPr>
              <a:spcAft>
                <a:spcPts val="1000"/>
              </a:spcAft>
              <a:defRPr sz="1800"/>
            </a:pPr>
            <a:r>
              <a:t>Schema workbook has Wrap Text enabled.</a:t>
            </a:r>
          </a:p>
          <a:p>
            <a:pPr>
              <a:spcAft>
                <a:spcPts val="1000"/>
              </a:spcAft>
              <a:defRPr sz="1800"/>
            </a:pPr>
            <a:r>
              <a:t>Presentation is within the 15-slide limit.</a:t>
            </a:r>
          </a:p>
          <a:p>
            <a:pPr>
              <a:spcAft>
                <a:spcPts val="1000"/>
              </a:spcAft>
              <a:defRPr sz="1800"/>
            </a:pPr>
            <a:r>
              <a:t>Add actual contact information before submission.</a:t>
            </a:r>
          </a:p>
          <a:p>
            <a:pPr>
              <a:spcAft>
                <a:spcPts val="1000"/>
              </a:spcAft>
              <a:defRPr sz="1800"/>
            </a:pPr>
            <a:r>
              <a:t>Run local checks and demonstrate one failing security gate.</a:t>
            </a:r>
          </a:p>
          <a:p>
            <a:pPr>
              <a:spcAft>
                <a:spcPts val="1000"/>
              </a:spcAft>
              <a:defRPr sz="1800"/>
            </a:pPr>
            <a:r>
              <a:t>Submit through the hiring project's Google Form by 13 September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723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Rupam Barman</cp:lastModifiedBy>
  <cp:revision>2</cp:revision>
  <dcterms:created xsi:type="dcterms:W3CDTF">2013-01-27T09:14:16Z</dcterms:created>
  <dcterms:modified xsi:type="dcterms:W3CDTF">2026-09-06T19:20:59Z</dcterms:modified>
  <cp:category/>
</cp:coreProperties>
</file>